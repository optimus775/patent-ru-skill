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Обзор пакетного планировщика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Вымышленные материалы для сканирования patent-ru-skill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Техническая проблема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Неоднородные узлы имеют разную CPU, memory и I/O емкость.</a:t>
            </a:r>
          </a:p>
          <a:p>
            <a:pPr/>
            <a:r>
              <a:t>Статический приоритет не отражает доступность ресурсов в реальном времени.</a:t>
            </a:r>
          </a:p>
          <a:p>
            <a:pPr/>
            <a:r>
              <a:t>Слишком частое переупорядочивание может вызывать нестабильность планирования.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Связь модулей</a:t>
            </a:r>
          </a:p>
        </p:txBody>
      </p:sp>
      <p:pic>
        <p:nvPicPr>
          <p:cNvPr id="3" name="Picture 2" descr="sample_fig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 окна очереди</a:t>
            </a:r>
          </a:p>
        </p:txBody>
      </p:sp>
      <p:pic>
        <p:nvPicPr>
          <p:cNvPr id="3" name="Picture 2" descr="sample_fig_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Заметки для патентного черновика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Независимый пункт может быть направлен на способ с векторами требований и профилями узлов.</a:t>
            </a:r>
          </a:p>
          <a:p>
            <a:pPr/>
            <a:r>
              <a:t>Зависимые пункты могут раскрывать окно сглаживания, score-пороги и heartbeat-проверку.</a:t>
            </a:r>
          </a:p>
          <a:p>
            <a:pPr/>
            <a:r>
              <a:t>Фигуры могут включать структурную схему системы и блок-схему способа.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Arial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Arial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